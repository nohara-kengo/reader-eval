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57" r:id="rId5"/>
    <p:sldId id="260" r:id="rId6"/>
    <p:sldId id="261" r:id="rId7"/>
    <p:sldId id="263" r:id="rId8"/>
    <p:sldId id="268" r:id="rId9"/>
    <p:sldId id="264" r:id="rId10"/>
    <p:sldId id="265" r:id="rId11"/>
    <p:sldId id="269" r:id="rId12"/>
    <p:sldId id="270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342B9C1-CAA0-4279-A362-A86AC91888D3}">
          <p14:sldIdLst>
            <p14:sldId id="256"/>
            <p14:sldId id="258"/>
            <p14:sldId id="259"/>
            <p14:sldId id="257"/>
            <p14:sldId id="260"/>
            <p14:sldId id="261"/>
            <p14:sldId id="263"/>
            <p14:sldId id="268"/>
            <p14:sldId id="264"/>
            <p14:sldId id="265"/>
            <p14:sldId id="269"/>
            <p14:sldId id="270"/>
          </p14:sldIdLst>
        </p14:section>
        <p14:section name="OLD" id="{6EAFB507-3016-4FE6-8834-8CE4D163A90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2F2F2"/>
    <a:srgbClr val="F2F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FD7F87-CEA0-43B2-9659-9C56DD83F610}" v="311" dt="2025-06-11T08:19:02.618"/>
    <p1510:client id="{9BAB7071-8353-46E9-B3F9-F8954CB64BA4}" v="1" dt="2025-06-11T09:48:11.562"/>
    <p1510:client id="{F3285178-ACAA-AD89-866E-0E285CD9B30C}" v="4" dt="2025-06-11T09:13:18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28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山里 真元" userId="e2ac1ddb-1cea-4775-b095-fd1dd27ab166" providerId="ADAL" clId="{21FD7F87-CEA0-43B2-9659-9C56DD83F610}"/>
    <pc:docChg chg="undo custSel delSld modSld modSection">
      <pc:chgData name="山里 真元" userId="e2ac1ddb-1cea-4775-b095-fd1dd27ab166" providerId="ADAL" clId="{21FD7F87-CEA0-43B2-9659-9C56DD83F610}" dt="2025-06-12T04:10:40.970" v="346" actId="47"/>
      <pc:docMkLst>
        <pc:docMk/>
      </pc:docMkLst>
      <pc:sldChg chg="modSp mod">
        <pc:chgData name="山里 真元" userId="e2ac1ddb-1cea-4775-b095-fd1dd27ab166" providerId="ADAL" clId="{21FD7F87-CEA0-43B2-9659-9C56DD83F610}" dt="2025-06-11T08:11:39.738" v="173" actId="20577"/>
        <pc:sldMkLst>
          <pc:docMk/>
          <pc:sldMk cId="1524959066" sldId="257"/>
        </pc:sldMkLst>
        <pc:spChg chg="mod">
          <ac:chgData name="山里 真元" userId="e2ac1ddb-1cea-4775-b095-fd1dd27ab166" providerId="ADAL" clId="{21FD7F87-CEA0-43B2-9659-9C56DD83F610}" dt="2025-06-11T08:11:39.738" v="173" actId="20577"/>
          <ac:spMkLst>
            <pc:docMk/>
            <pc:sldMk cId="1524959066" sldId="257"/>
            <ac:spMk id="3" creationId="{F2F19F48-321B-B7B5-4216-C4BC26763E70}"/>
          </ac:spMkLst>
        </pc:spChg>
      </pc:sldChg>
      <pc:sldChg chg="modSp mod">
        <pc:chgData name="山里 真元" userId="e2ac1ddb-1cea-4775-b095-fd1dd27ab166" providerId="ADAL" clId="{21FD7F87-CEA0-43B2-9659-9C56DD83F610}" dt="2025-06-11T08:02:35.097" v="75" actId="1076"/>
        <pc:sldMkLst>
          <pc:docMk/>
          <pc:sldMk cId="2674641741" sldId="258"/>
        </pc:sldMkLst>
        <pc:spChg chg="mod">
          <ac:chgData name="山里 真元" userId="e2ac1ddb-1cea-4775-b095-fd1dd27ab166" providerId="ADAL" clId="{21FD7F87-CEA0-43B2-9659-9C56DD83F610}" dt="2025-06-11T08:02:19.583" v="74" actId="255"/>
          <ac:spMkLst>
            <pc:docMk/>
            <pc:sldMk cId="2674641741" sldId="258"/>
            <ac:spMk id="3" creationId="{DD1956B5-5643-8DA6-2130-5B6BE7A3A890}"/>
          </ac:spMkLst>
        </pc:spChg>
        <pc:spChg chg="mod">
          <ac:chgData name="山里 真元" userId="e2ac1ddb-1cea-4775-b095-fd1dd27ab166" providerId="ADAL" clId="{21FD7F87-CEA0-43B2-9659-9C56DD83F610}" dt="2025-06-11T08:02:35.097" v="75" actId="1076"/>
          <ac:spMkLst>
            <pc:docMk/>
            <pc:sldMk cId="2674641741" sldId="258"/>
            <ac:spMk id="5" creationId="{8A0E21D6-DD99-D965-FBED-9B0BD4F3849C}"/>
          </ac:spMkLst>
        </pc:spChg>
      </pc:sldChg>
      <pc:sldChg chg="delSp modSp mod">
        <pc:chgData name="山里 真元" userId="e2ac1ddb-1cea-4775-b095-fd1dd27ab166" providerId="ADAL" clId="{21FD7F87-CEA0-43B2-9659-9C56DD83F610}" dt="2025-06-11T07:55:25.298" v="72" actId="20577"/>
        <pc:sldMkLst>
          <pc:docMk/>
          <pc:sldMk cId="1920939269" sldId="259"/>
        </pc:sldMkLst>
        <pc:spChg chg="mod">
          <ac:chgData name="山里 真元" userId="e2ac1ddb-1cea-4775-b095-fd1dd27ab166" providerId="ADAL" clId="{21FD7F87-CEA0-43B2-9659-9C56DD83F610}" dt="2025-06-11T07:55:25.298" v="72" actId="20577"/>
          <ac:spMkLst>
            <pc:docMk/>
            <pc:sldMk cId="1920939269" sldId="259"/>
            <ac:spMk id="3" creationId="{FB6B6AE7-1057-F220-5374-46789647D323}"/>
          </ac:spMkLst>
        </pc:spChg>
        <pc:spChg chg="mod">
          <ac:chgData name="山里 真元" userId="e2ac1ddb-1cea-4775-b095-fd1dd27ab166" providerId="ADAL" clId="{21FD7F87-CEA0-43B2-9659-9C56DD83F610}" dt="2025-06-11T07:44:57.951" v="4" actId="1076"/>
          <ac:spMkLst>
            <pc:docMk/>
            <pc:sldMk cId="1920939269" sldId="259"/>
            <ac:spMk id="4" creationId="{21DF50DD-097D-9DC3-555C-5A379C7AE2B8}"/>
          </ac:spMkLst>
        </pc:spChg>
        <pc:spChg chg="del">
          <ac:chgData name="山里 真元" userId="e2ac1ddb-1cea-4775-b095-fd1dd27ab166" providerId="ADAL" clId="{21FD7F87-CEA0-43B2-9659-9C56DD83F610}" dt="2025-06-11T07:44:33.759" v="2" actId="478"/>
          <ac:spMkLst>
            <pc:docMk/>
            <pc:sldMk cId="1920939269" sldId="259"/>
            <ac:spMk id="7" creationId="{1336623B-30C2-5D3C-7AF7-BD9145A3028A}"/>
          </ac:spMkLst>
        </pc:spChg>
      </pc:sldChg>
      <pc:sldChg chg="addSp modSp mod">
        <pc:chgData name="山里 真元" userId="e2ac1ddb-1cea-4775-b095-fd1dd27ab166" providerId="ADAL" clId="{21FD7F87-CEA0-43B2-9659-9C56DD83F610}" dt="2025-06-11T08:04:44.909" v="83" actId="115"/>
        <pc:sldMkLst>
          <pc:docMk/>
          <pc:sldMk cId="2411243078" sldId="260"/>
        </pc:sldMkLst>
        <pc:spChg chg="mod">
          <ac:chgData name="山里 真元" userId="e2ac1ddb-1cea-4775-b095-fd1dd27ab166" providerId="ADAL" clId="{21FD7F87-CEA0-43B2-9659-9C56DD83F610}" dt="2025-06-11T08:04:44.909" v="83" actId="115"/>
          <ac:spMkLst>
            <pc:docMk/>
            <pc:sldMk cId="2411243078" sldId="260"/>
            <ac:spMk id="3" creationId="{392AA20C-9F51-63AF-45C3-B686E158D529}"/>
          </ac:spMkLst>
        </pc:spChg>
        <pc:spChg chg="add mod ord">
          <ac:chgData name="山里 真元" userId="e2ac1ddb-1cea-4775-b095-fd1dd27ab166" providerId="ADAL" clId="{21FD7F87-CEA0-43B2-9659-9C56DD83F610}" dt="2025-06-11T08:04:28.665" v="81" actId="2085"/>
          <ac:spMkLst>
            <pc:docMk/>
            <pc:sldMk cId="2411243078" sldId="260"/>
            <ac:spMk id="5" creationId="{06A80925-F0AC-EFA1-DCE2-EF18AA2569EA}"/>
          </ac:spMkLst>
        </pc:spChg>
        <pc:spChg chg="mod">
          <ac:chgData name="山里 真元" userId="e2ac1ddb-1cea-4775-b095-fd1dd27ab166" providerId="ADAL" clId="{21FD7F87-CEA0-43B2-9659-9C56DD83F610}" dt="2025-06-11T07:45:47.509" v="6" actId="2711"/>
          <ac:spMkLst>
            <pc:docMk/>
            <pc:sldMk cId="2411243078" sldId="260"/>
            <ac:spMk id="6" creationId="{0D3FFF1B-1F69-12B8-0AFA-A33B2039DC38}"/>
          </ac:spMkLst>
        </pc:spChg>
        <pc:spChg chg="mod">
          <ac:chgData name="山里 真元" userId="e2ac1ddb-1cea-4775-b095-fd1dd27ab166" providerId="ADAL" clId="{21FD7F87-CEA0-43B2-9659-9C56DD83F610}" dt="2025-06-11T07:45:47.509" v="6" actId="2711"/>
          <ac:spMkLst>
            <pc:docMk/>
            <pc:sldMk cId="2411243078" sldId="260"/>
            <ac:spMk id="8" creationId="{0E249559-3147-D4FB-D209-4C51FB2CD26A}"/>
          </ac:spMkLst>
        </pc:spChg>
        <pc:spChg chg="mod">
          <ac:chgData name="山里 真元" userId="e2ac1ddb-1cea-4775-b095-fd1dd27ab166" providerId="ADAL" clId="{21FD7F87-CEA0-43B2-9659-9C56DD83F610}" dt="2025-06-11T07:45:47.509" v="6" actId="2711"/>
          <ac:spMkLst>
            <pc:docMk/>
            <pc:sldMk cId="2411243078" sldId="260"/>
            <ac:spMk id="9" creationId="{5673A154-568A-C471-53DC-14FF2EE168B4}"/>
          </ac:spMkLst>
        </pc:spChg>
        <pc:spChg chg="mod">
          <ac:chgData name="山里 真元" userId="e2ac1ddb-1cea-4775-b095-fd1dd27ab166" providerId="ADAL" clId="{21FD7F87-CEA0-43B2-9659-9C56DD83F610}" dt="2025-06-11T07:46:02.928" v="7" actId="2711"/>
          <ac:spMkLst>
            <pc:docMk/>
            <pc:sldMk cId="2411243078" sldId="260"/>
            <ac:spMk id="10" creationId="{510B14B8-81C7-2466-9349-7C7B18176598}"/>
          </ac:spMkLst>
        </pc:spChg>
        <pc:spChg chg="mod">
          <ac:chgData name="山里 真元" userId="e2ac1ddb-1cea-4775-b095-fd1dd27ab166" providerId="ADAL" clId="{21FD7F87-CEA0-43B2-9659-9C56DD83F610}" dt="2025-06-11T07:45:47.509" v="6" actId="2711"/>
          <ac:spMkLst>
            <pc:docMk/>
            <pc:sldMk cId="2411243078" sldId="260"/>
            <ac:spMk id="11" creationId="{77194148-35AF-470D-8515-4210115DED7B}"/>
          </ac:spMkLst>
        </pc:spChg>
        <pc:spChg chg="mod">
          <ac:chgData name="山里 真元" userId="e2ac1ddb-1cea-4775-b095-fd1dd27ab166" providerId="ADAL" clId="{21FD7F87-CEA0-43B2-9659-9C56DD83F610}" dt="2025-06-11T07:45:47.509" v="6" actId="2711"/>
          <ac:spMkLst>
            <pc:docMk/>
            <pc:sldMk cId="2411243078" sldId="260"/>
            <ac:spMk id="12" creationId="{5B5B7DE2-F69E-7394-8A49-5D51C931929F}"/>
          </ac:spMkLst>
        </pc:spChg>
        <pc:spChg chg="mod">
          <ac:chgData name="山里 真元" userId="e2ac1ddb-1cea-4775-b095-fd1dd27ab166" providerId="ADAL" clId="{21FD7F87-CEA0-43B2-9659-9C56DD83F610}" dt="2025-06-11T07:45:47.509" v="6" actId="2711"/>
          <ac:spMkLst>
            <pc:docMk/>
            <pc:sldMk cId="2411243078" sldId="260"/>
            <ac:spMk id="13" creationId="{FEC8E888-EC4C-90FD-76EC-201D4D82DB5D}"/>
          </ac:spMkLst>
        </pc:spChg>
      </pc:sldChg>
      <pc:sldChg chg="modSp mod">
        <pc:chgData name="山里 真元" userId="e2ac1ddb-1cea-4775-b095-fd1dd27ab166" providerId="ADAL" clId="{21FD7F87-CEA0-43B2-9659-9C56DD83F610}" dt="2025-06-11T08:06:49.087" v="117" actId="1037"/>
        <pc:sldMkLst>
          <pc:docMk/>
          <pc:sldMk cId="2856387796" sldId="261"/>
        </pc:sldMkLst>
        <pc:spChg chg="mod">
          <ac:chgData name="山里 真元" userId="e2ac1ddb-1cea-4775-b095-fd1dd27ab166" providerId="ADAL" clId="{21FD7F87-CEA0-43B2-9659-9C56DD83F610}" dt="2025-06-11T08:06:38.673" v="85" actId="1076"/>
          <ac:spMkLst>
            <pc:docMk/>
            <pc:sldMk cId="2856387796" sldId="261"/>
            <ac:spMk id="3" creationId="{10CFDF4B-B108-A424-08E5-B25FC967915A}"/>
          </ac:spMkLst>
        </pc:spChg>
        <pc:cxnChg chg="mod">
          <ac:chgData name="山里 真元" userId="e2ac1ddb-1cea-4775-b095-fd1dd27ab166" providerId="ADAL" clId="{21FD7F87-CEA0-43B2-9659-9C56DD83F610}" dt="2025-06-11T08:06:49.087" v="117" actId="1037"/>
          <ac:cxnSpMkLst>
            <pc:docMk/>
            <pc:sldMk cId="2856387796" sldId="261"/>
            <ac:cxnSpMk id="6" creationId="{4F6DB1D7-1697-E568-D1AB-B614DD286123}"/>
          </ac:cxnSpMkLst>
        </pc:cxnChg>
        <pc:cxnChg chg="mod">
          <ac:chgData name="山里 真元" userId="e2ac1ddb-1cea-4775-b095-fd1dd27ab166" providerId="ADAL" clId="{21FD7F87-CEA0-43B2-9659-9C56DD83F610}" dt="2025-06-11T08:06:49.087" v="117" actId="1037"/>
          <ac:cxnSpMkLst>
            <pc:docMk/>
            <pc:sldMk cId="2856387796" sldId="261"/>
            <ac:cxnSpMk id="12" creationId="{FCEA228E-2FC3-59D4-D2F4-146F42FCBF69}"/>
          </ac:cxnSpMkLst>
        </pc:cxnChg>
      </pc:sldChg>
      <pc:sldChg chg="modSp mod">
        <pc:chgData name="山里 真元" userId="e2ac1ddb-1cea-4775-b095-fd1dd27ab166" providerId="ADAL" clId="{21FD7F87-CEA0-43B2-9659-9C56DD83F610}" dt="2025-06-11T08:13:45.349" v="221" actId="20577"/>
        <pc:sldMkLst>
          <pc:docMk/>
          <pc:sldMk cId="3162661471" sldId="263"/>
        </pc:sldMkLst>
        <pc:spChg chg="mod">
          <ac:chgData name="山里 真元" userId="e2ac1ddb-1cea-4775-b095-fd1dd27ab166" providerId="ADAL" clId="{21FD7F87-CEA0-43B2-9659-9C56DD83F610}" dt="2025-06-11T08:13:45.349" v="221" actId="20577"/>
          <ac:spMkLst>
            <pc:docMk/>
            <pc:sldMk cId="3162661471" sldId="263"/>
            <ac:spMk id="2" creationId="{F15B9253-076F-6648-0407-00F9F63AEA83}"/>
          </ac:spMkLst>
        </pc:spChg>
      </pc:sldChg>
      <pc:sldChg chg="modSp mod">
        <pc:chgData name="山里 真元" userId="e2ac1ddb-1cea-4775-b095-fd1dd27ab166" providerId="ADAL" clId="{21FD7F87-CEA0-43B2-9659-9C56DD83F610}" dt="2025-06-11T08:19:02.618" v="345" actId="20577"/>
        <pc:sldMkLst>
          <pc:docMk/>
          <pc:sldMk cId="1844141872" sldId="264"/>
        </pc:sldMkLst>
        <pc:spChg chg="mod">
          <ac:chgData name="山里 真元" userId="e2ac1ddb-1cea-4775-b095-fd1dd27ab166" providerId="ADAL" clId="{21FD7F87-CEA0-43B2-9659-9C56DD83F610}" dt="2025-06-11T08:18:02.183" v="343" actId="20577"/>
          <ac:spMkLst>
            <pc:docMk/>
            <pc:sldMk cId="1844141872" sldId="264"/>
            <ac:spMk id="2" creationId="{34DC817D-E566-EA37-A426-5B4536DAD022}"/>
          </ac:spMkLst>
        </pc:spChg>
        <pc:spChg chg="mod">
          <ac:chgData name="山里 真元" userId="e2ac1ddb-1cea-4775-b095-fd1dd27ab166" providerId="ADAL" clId="{21FD7F87-CEA0-43B2-9659-9C56DD83F610}" dt="2025-06-11T08:19:02.618" v="345" actId="20577"/>
          <ac:spMkLst>
            <pc:docMk/>
            <pc:sldMk cId="1844141872" sldId="264"/>
            <ac:spMk id="3" creationId="{644F1F10-19D4-49B6-B4B5-4DF3202AC0BD}"/>
          </ac:spMkLst>
        </pc:spChg>
      </pc:sldChg>
      <pc:sldChg chg="del">
        <pc:chgData name="山里 真元" userId="e2ac1ddb-1cea-4775-b095-fd1dd27ab166" providerId="ADAL" clId="{21FD7F87-CEA0-43B2-9659-9C56DD83F610}" dt="2025-06-12T04:10:40.970" v="346" actId="47"/>
        <pc:sldMkLst>
          <pc:docMk/>
          <pc:sldMk cId="2485533524" sldId="267"/>
        </pc:sldMkLst>
      </pc:sldChg>
      <pc:sldChg chg="modSp mod">
        <pc:chgData name="山里 真元" userId="e2ac1ddb-1cea-4775-b095-fd1dd27ab166" providerId="ADAL" clId="{21FD7F87-CEA0-43B2-9659-9C56DD83F610}" dt="2025-06-11T08:16:45.658" v="313" actId="20577"/>
        <pc:sldMkLst>
          <pc:docMk/>
          <pc:sldMk cId="2173997966" sldId="268"/>
        </pc:sldMkLst>
        <pc:spChg chg="mod">
          <ac:chgData name="山里 真元" userId="e2ac1ddb-1cea-4775-b095-fd1dd27ab166" providerId="ADAL" clId="{21FD7F87-CEA0-43B2-9659-9C56DD83F610}" dt="2025-06-11T08:15:27.155" v="285" actId="255"/>
          <ac:spMkLst>
            <pc:docMk/>
            <pc:sldMk cId="2173997966" sldId="268"/>
            <ac:spMk id="2" creationId="{FA771838-5193-7C92-BDC0-7A7CC9EDD5BD}"/>
          </ac:spMkLst>
        </pc:spChg>
        <pc:spChg chg="mod">
          <ac:chgData name="山里 真元" userId="e2ac1ddb-1cea-4775-b095-fd1dd27ab166" providerId="ADAL" clId="{21FD7F87-CEA0-43B2-9659-9C56DD83F610}" dt="2025-06-11T08:16:45.658" v="313" actId="20577"/>
          <ac:spMkLst>
            <pc:docMk/>
            <pc:sldMk cId="2173997966" sldId="268"/>
            <ac:spMk id="3" creationId="{13EE5037-A21A-02C3-29C0-F2D82A25407D}"/>
          </ac:spMkLst>
        </pc:spChg>
      </pc:sldChg>
      <pc:sldChg chg="addSp delSp mod">
        <pc:chgData name="山里 真元" userId="e2ac1ddb-1cea-4775-b095-fd1dd27ab166" providerId="ADAL" clId="{21FD7F87-CEA0-43B2-9659-9C56DD83F610}" dt="2025-06-11T07:54:37.820" v="37" actId="478"/>
        <pc:sldMkLst>
          <pc:docMk/>
          <pc:sldMk cId="1873462838" sldId="269"/>
        </pc:sldMkLst>
        <pc:spChg chg="add del">
          <ac:chgData name="山里 真元" userId="e2ac1ddb-1cea-4775-b095-fd1dd27ab166" providerId="ADAL" clId="{21FD7F87-CEA0-43B2-9659-9C56DD83F610}" dt="2025-06-11T07:54:37.820" v="37" actId="478"/>
          <ac:spMkLst>
            <pc:docMk/>
            <pc:sldMk cId="1873462838" sldId="269"/>
            <ac:spMk id="4" creationId="{823C0729-5EC0-A532-3F21-2972A68841FD}"/>
          </ac:spMkLst>
        </pc:spChg>
      </pc:sldChg>
      <pc:sldChg chg="addSp delSp modSp mod">
        <pc:chgData name="山里 真元" userId="e2ac1ddb-1cea-4775-b095-fd1dd27ab166" providerId="ADAL" clId="{21FD7F87-CEA0-43B2-9659-9C56DD83F610}" dt="2025-06-11T07:54:42.579" v="38" actId="478"/>
        <pc:sldMkLst>
          <pc:docMk/>
          <pc:sldMk cId="754619741" sldId="270"/>
        </pc:sldMkLst>
        <pc:spChg chg="add del">
          <ac:chgData name="山里 真元" userId="e2ac1ddb-1cea-4775-b095-fd1dd27ab166" providerId="ADAL" clId="{21FD7F87-CEA0-43B2-9659-9C56DD83F610}" dt="2025-06-11T07:54:42.579" v="38" actId="478"/>
          <ac:spMkLst>
            <pc:docMk/>
            <pc:sldMk cId="754619741" sldId="270"/>
            <ac:spMk id="4" creationId="{4A17D617-AE9B-5156-09D8-A58AC4937917}"/>
          </ac:spMkLst>
        </pc:spChg>
        <pc:spChg chg="mod">
          <ac:chgData name="山里 真元" userId="e2ac1ddb-1cea-4775-b095-fd1dd27ab166" providerId="ADAL" clId="{21FD7F87-CEA0-43B2-9659-9C56DD83F610}" dt="2025-06-11T07:48:20.489" v="34" actId="1076"/>
          <ac:spMkLst>
            <pc:docMk/>
            <pc:sldMk cId="754619741" sldId="270"/>
            <ac:spMk id="7" creationId="{3B42B0B1-070F-796E-9EE8-B533675FB1FF}"/>
          </ac:spMkLst>
        </pc:spChg>
      </pc:sldChg>
    </pc:docChg>
  </pc:docChgLst>
  <pc:docChgLst>
    <pc:chgData name="湯尾 智顕" userId="180d961a-f71c-4b88-bef3-f82cd2130c3a" providerId="ADAL" clId="{9BAB7071-8353-46E9-B3F9-F8954CB64BA4}"/>
    <pc:docChg chg="modSld">
      <pc:chgData name="湯尾 智顕" userId="180d961a-f71c-4b88-bef3-f82cd2130c3a" providerId="ADAL" clId="{9BAB7071-8353-46E9-B3F9-F8954CB64BA4}" dt="2025-06-11T09:48:33.005" v="6" actId="20577"/>
      <pc:docMkLst>
        <pc:docMk/>
      </pc:docMkLst>
      <pc:sldChg chg="modSp mod">
        <pc:chgData name="湯尾 智顕" userId="180d961a-f71c-4b88-bef3-f82cd2130c3a" providerId="ADAL" clId="{9BAB7071-8353-46E9-B3F9-F8954CB64BA4}" dt="2025-06-11T09:48:33.005" v="6" actId="20577"/>
        <pc:sldMkLst>
          <pc:docMk/>
          <pc:sldMk cId="2485533524" sldId="267"/>
        </pc:sldMkLst>
        <pc:spChg chg="mod">
          <ac:chgData name="湯尾 智顕" userId="180d961a-f71c-4b88-bef3-f82cd2130c3a" providerId="ADAL" clId="{9BAB7071-8353-46E9-B3F9-F8954CB64BA4}" dt="2025-06-11T09:48:33.005" v="6" actId="20577"/>
          <ac:spMkLst>
            <pc:docMk/>
            <pc:sldMk cId="2485533524" sldId="267"/>
            <ac:spMk id="3" creationId="{85FC6820-DB32-7A28-D1F7-2B1397C95D7F}"/>
          </ac:spMkLst>
        </pc:spChg>
      </pc:sldChg>
    </pc:docChg>
  </pc:docChgLst>
  <pc:docChgLst>
    <pc:chgData name="山里 真元" userId="e2ac1ddb-1cea-4775-b095-fd1dd27ab166" providerId="ADAL" clId="{7BC960CF-F86C-46C5-BA02-8AA76BFD51BA}"/>
    <pc:docChg chg="custSel addSld modSld modMainMaster">
      <pc:chgData name="山里 真元" userId="e2ac1ddb-1cea-4775-b095-fd1dd27ab166" providerId="ADAL" clId="{7BC960CF-F86C-46C5-BA02-8AA76BFD51BA}" dt="2025-06-11T02:41:20.748" v="395" actId="20577"/>
      <pc:docMkLst>
        <pc:docMk/>
      </pc:docMkLst>
      <pc:sldChg chg="modSp">
        <pc:chgData name="山里 真元" userId="e2ac1ddb-1cea-4775-b095-fd1dd27ab166" providerId="ADAL" clId="{7BC960CF-F86C-46C5-BA02-8AA76BFD51BA}" dt="2025-06-11T02:11:59.781" v="0"/>
        <pc:sldMkLst>
          <pc:docMk/>
          <pc:sldMk cId="2745152333" sldId="256"/>
        </pc:sldMkLst>
        <pc:spChg chg="mod">
          <ac:chgData name="山里 真元" userId="e2ac1ddb-1cea-4775-b095-fd1dd27ab166" providerId="ADAL" clId="{7BC960CF-F86C-46C5-BA02-8AA76BFD51BA}" dt="2025-06-11T02:11:59.781" v="0"/>
          <ac:spMkLst>
            <pc:docMk/>
            <pc:sldMk cId="2745152333" sldId="256"/>
            <ac:spMk id="2" creationId="{F3068AAE-C72E-5A61-4337-A593BE10C298}"/>
          </ac:spMkLst>
        </pc:spChg>
      </pc:sldChg>
      <pc:sldChg chg="modSp mod">
        <pc:chgData name="山里 真元" userId="e2ac1ddb-1cea-4775-b095-fd1dd27ab166" providerId="ADAL" clId="{7BC960CF-F86C-46C5-BA02-8AA76BFD51BA}" dt="2025-06-11T02:13:24.188" v="18" actId="1036"/>
        <pc:sldMkLst>
          <pc:docMk/>
          <pc:sldMk cId="1524959066" sldId="257"/>
        </pc:sldMkLst>
        <pc:picChg chg="mod">
          <ac:chgData name="山里 真元" userId="e2ac1ddb-1cea-4775-b095-fd1dd27ab166" providerId="ADAL" clId="{7BC960CF-F86C-46C5-BA02-8AA76BFD51BA}" dt="2025-06-11T02:13:24.188" v="18" actId="1036"/>
          <ac:picMkLst>
            <pc:docMk/>
            <pc:sldMk cId="1524959066" sldId="257"/>
            <ac:picMk id="5" creationId="{97CBD2B1-815A-EEA7-1AB3-FD582763A102}"/>
          </ac:picMkLst>
        </pc:picChg>
      </pc:sldChg>
      <pc:sldChg chg="modSp mod">
        <pc:chgData name="山里 真元" userId="e2ac1ddb-1cea-4775-b095-fd1dd27ab166" providerId="ADAL" clId="{7BC960CF-F86C-46C5-BA02-8AA76BFD51BA}" dt="2025-06-11T02:12:46.816" v="1" actId="207"/>
        <pc:sldMkLst>
          <pc:docMk/>
          <pc:sldMk cId="2674641741" sldId="258"/>
        </pc:sldMkLst>
        <pc:spChg chg="mod">
          <ac:chgData name="山里 真元" userId="e2ac1ddb-1cea-4775-b095-fd1dd27ab166" providerId="ADAL" clId="{7BC960CF-F86C-46C5-BA02-8AA76BFD51BA}" dt="2025-06-11T02:12:46.816" v="1" actId="207"/>
          <ac:spMkLst>
            <pc:docMk/>
            <pc:sldMk cId="2674641741" sldId="258"/>
            <ac:spMk id="5" creationId="{8A0E21D6-DD99-D965-FBED-9B0BD4F3849C}"/>
          </ac:spMkLst>
        </pc:spChg>
      </pc:sldChg>
      <pc:sldChg chg="modSp mod">
        <pc:chgData name="山里 真元" userId="e2ac1ddb-1cea-4775-b095-fd1dd27ab166" providerId="ADAL" clId="{7BC960CF-F86C-46C5-BA02-8AA76BFD51BA}" dt="2025-06-11T02:12:56.174" v="2" actId="207"/>
        <pc:sldMkLst>
          <pc:docMk/>
          <pc:sldMk cId="1920939269" sldId="259"/>
        </pc:sldMkLst>
        <pc:spChg chg="mod">
          <ac:chgData name="山里 真元" userId="e2ac1ddb-1cea-4775-b095-fd1dd27ab166" providerId="ADAL" clId="{7BC960CF-F86C-46C5-BA02-8AA76BFD51BA}" dt="2025-06-11T02:12:56.174" v="2" actId="207"/>
          <ac:spMkLst>
            <pc:docMk/>
            <pc:sldMk cId="1920939269" sldId="259"/>
            <ac:spMk id="4" creationId="{21DF50DD-097D-9DC3-555C-5A379C7AE2B8}"/>
          </ac:spMkLst>
        </pc:spChg>
      </pc:sldChg>
      <pc:sldChg chg="modSp mod">
        <pc:chgData name="山里 真元" userId="e2ac1ddb-1cea-4775-b095-fd1dd27ab166" providerId="ADAL" clId="{7BC960CF-F86C-46C5-BA02-8AA76BFD51BA}" dt="2025-06-11T02:39:54.996" v="394" actId="1037"/>
        <pc:sldMkLst>
          <pc:docMk/>
          <pc:sldMk cId="2856387796" sldId="261"/>
        </pc:sldMkLst>
        <pc:spChg chg="mod">
          <ac:chgData name="山里 真元" userId="e2ac1ddb-1cea-4775-b095-fd1dd27ab166" providerId="ADAL" clId="{7BC960CF-F86C-46C5-BA02-8AA76BFD51BA}" dt="2025-06-11T02:39:37.485" v="356" actId="27636"/>
          <ac:spMkLst>
            <pc:docMk/>
            <pc:sldMk cId="2856387796" sldId="261"/>
            <ac:spMk id="3" creationId="{10CFDF4B-B108-A424-08E5-B25FC967915A}"/>
          </ac:spMkLst>
        </pc:spChg>
        <pc:cxnChg chg="mod">
          <ac:chgData name="山里 真元" userId="e2ac1ddb-1cea-4775-b095-fd1dd27ab166" providerId="ADAL" clId="{7BC960CF-F86C-46C5-BA02-8AA76BFD51BA}" dt="2025-06-11T02:39:54.996" v="394" actId="1037"/>
          <ac:cxnSpMkLst>
            <pc:docMk/>
            <pc:sldMk cId="2856387796" sldId="261"/>
            <ac:cxnSpMk id="6" creationId="{4F6DB1D7-1697-E568-D1AB-B614DD286123}"/>
          </ac:cxnSpMkLst>
        </pc:cxnChg>
        <pc:cxnChg chg="mod">
          <ac:chgData name="山里 真元" userId="e2ac1ddb-1cea-4775-b095-fd1dd27ab166" providerId="ADAL" clId="{7BC960CF-F86C-46C5-BA02-8AA76BFD51BA}" dt="2025-06-11T02:39:54.996" v="394" actId="1037"/>
          <ac:cxnSpMkLst>
            <pc:docMk/>
            <pc:sldMk cId="2856387796" sldId="261"/>
            <ac:cxnSpMk id="12" creationId="{FCEA228E-2FC3-59D4-D2F4-146F42FCBF69}"/>
          </ac:cxnSpMkLst>
        </pc:cxnChg>
      </pc:sldChg>
      <pc:sldChg chg="addSp delSp modSp add mod">
        <pc:chgData name="山里 真元" userId="e2ac1ddb-1cea-4775-b095-fd1dd27ab166" providerId="ADAL" clId="{7BC960CF-F86C-46C5-BA02-8AA76BFD51BA}" dt="2025-06-11T02:41:20.748" v="395" actId="20577"/>
        <pc:sldMkLst>
          <pc:docMk/>
          <pc:sldMk cId="754619741" sldId="270"/>
        </pc:sldMkLst>
        <pc:spChg chg="add mod">
          <ac:chgData name="山里 真元" userId="e2ac1ddb-1cea-4775-b095-fd1dd27ab166" providerId="ADAL" clId="{7BC960CF-F86C-46C5-BA02-8AA76BFD51BA}" dt="2025-06-11T02:41:20.748" v="395" actId="20577"/>
          <ac:spMkLst>
            <pc:docMk/>
            <pc:sldMk cId="754619741" sldId="270"/>
            <ac:spMk id="3" creationId="{76B989CE-54EE-17D7-4B7E-FFA8F2646A75}"/>
          </ac:spMkLst>
        </pc:spChg>
        <pc:spChg chg="add mod">
          <ac:chgData name="山里 真元" userId="e2ac1ddb-1cea-4775-b095-fd1dd27ab166" providerId="ADAL" clId="{7BC960CF-F86C-46C5-BA02-8AA76BFD51BA}" dt="2025-06-11T02:29:48.608" v="159" actId="1036"/>
          <ac:spMkLst>
            <pc:docMk/>
            <pc:sldMk cId="754619741" sldId="270"/>
            <ac:spMk id="6" creationId="{CD63E213-EF00-0E32-4E4B-CDF916ED248A}"/>
          </ac:spMkLst>
        </pc:spChg>
        <pc:spChg chg="add mod">
          <ac:chgData name="山里 真元" userId="e2ac1ddb-1cea-4775-b095-fd1dd27ab166" providerId="ADAL" clId="{7BC960CF-F86C-46C5-BA02-8AA76BFD51BA}" dt="2025-06-11T02:29:32.893" v="146" actId="122"/>
          <ac:spMkLst>
            <pc:docMk/>
            <pc:sldMk cId="754619741" sldId="270"/>
            <ac:spMk id="7" creationId="{3B42B0B1-070F-796E-9EE8-B533675FB1FF}"/>
          </ac:spMkLst>
        </pc:spChg>
        <pc:picChg chg="del">
          <ac:chgData name="山里 真元" userId="e2ac1ddb-1cea-4775-b095-fd1dd27ab166" providerId="ADAL" clId="{7BC960CF-F86C-46C5-BA02-8AA76BFD51BA}" dt="2025-06-11T02:25:45.809" v="22" actId="478"/>
          <ac:picMkLst>
            <pc:docMk/>
            <pc:sldMk cId="754619741" sldId="270"/>
            <ac:picMk id="5" creationId="{09D0AFCE-FA42-A54B-4925-29530045850F}"/>
          </ac:picMkLst>
        </pc:picChg>
      </pc:sldChg>
      <pc:sldMasterChg chg="modSldLayout">
        <pc:chgData name="山里 真元" userId="e2ac1ddb-1cea-4775-b095-fd1dd27ab166" providerId="ADAL" clId="{7BC960CF-F86C-46C5-BA02-8AA76BFD51BA}" dt="2025-06-11T02:24:08.381" v="20" actId="207"/>
        <pc:sldMasterMkLst>
          <pc:docMk/>
          <pc:sldMasterMk cId="3544689882" sldId="2147483648"/>
        </pc:sldMasterMkLst>
        <pc:sldLayoutChg chg="modSp">
          <pc:chgData name="山里 真元" userId="e2ac1ddb-1cea-4775-b095-fd1dd27ab166" providerId="ADAL" clId="{7BC960CF-F86C-46C5-BA02-8AA76BFD51BA}" dt="2025-06-11T02:24:08.381" v="20" actId="207"/>
          <pc:sldLayoutMkLst>
            <pc:docMk/>
            <pc:sldMasterMk cId="3544689882" sldId="2147483648"/>
            <pc:sldLayoutMk cId="716125133" sldId="2147483650"/>
          </pc:sldLayoutMkLst>
          <pc:spChg chg="mod">
            <ac:chgData name="山里 真元" userId="e2ac1ddb-1cea-4775-b095-fd1dd27ab166" providerId="ADAL" clId="{7BC960CF-F86C-46C5-BA02-8AA76BFD51BA}" dt="2025-06-11T02:24:08.381" v="20" actId="207"/>
            <ac:spMkLst>
              <pc:docMk/>
              <pc:sldMasterMk cId="3544689882" sldId="2147483648"/>
              <pc:sldLayoutMk cId="716125133" sldId="2147483650"/>
              <ac:spMk id="16" creationId="{713FD516-CAC9-23EC-5115-4BB6961FE0D9}"/>
            </ac:spMkLst>
          </pc:spChg>
        </pc:sldLayoutChg>
      </pc:sldMasterChg>
    </pc:docChg>
  </pc:docChgLst>
  <pc:docChgLst>
    <pc:chgData name="山里 真貴" userId="S::020512@comthink.co.jp::435061dd-e9c9-4454-8d40-2f3ddfef697f" providerId="AD" clId="Web-{F3285178-ACAA-AD89-866E-0E285CD9B30C}"/>
    <pc:docChg chg="modSld sldOrd">
      <pc:chgData name="山里 真貴" userId="S::020512@comthink.co.jp::435061dd-e9c9-4454-8d40-2f3ddfef697f" providerId="AD" clId="Web-{F3285178-ACAA-AD89-866E-0E285CD9B30C}" dt="2025-06-11T09:13:18.554" v="3" actId="20577"/>
      <pc:docMkLst>
        <pc:docMk/>
      </pc:docMkLst>
      <pc:sldChg chg="modSp">
        <pc:chgData name="山里 真貴" userId="S::020512@comthink.co.jp::435061dd-e9c9-4454-8d40-2f3ddfef697f" providerId="AD" clId="Web-{F3285178-ACAA-AD89-866E-0E285CD9B30C}" dt="2025-06-11T09:13:18.554" v="3" actId="20577"/>
        <pc:sldMkLst>
          <pc:docMk/>
          <pc:sldMk cId="2173997966" sldId="268"/>
        </pc:sldMkLst>
        <pc:spChg chg="mod">
          <ac:chgData name="山里 真貴" userId="S::020512@comthink.co.jp::435061dd-e9c9-4454-8d40-2f3ddfef697f" providerId="AD" clId="Web-{F3285178-ACAA-AD89-866E-0E285CD9B30C}" dt="2025-06-11T09:13:18.554" v="3" actId="20577"/>
          <ac:spMkLst>
            <pc:docMk/>
            <pc:sldMk cId="2173997966" sldId="268"/>
            <ac:spMk id="3" creationId="{13EE5037-A21A-02C3-29C0-F2D82A25407D}"/>
          </ac:spMkLst>
        </pc:spChg>
      </pc:sldChg>
      <pc:sldChg chg="ord">
        <pc:chgData name="山里 真貴" userId="S::020512@comthink.co.jp::435061dd-e9c9-4454-8d40-2f3ddfef697f" providerId="AD" clId="Web-{F3285178-ACAA-AD89-866E-0E285CD9B30C}" dt="2025-06-11T09:13:16.242" v="2"/>
        <pc:sldMkLst>
          <pc:docMk/>
          <pc:sldMk cId="1873462838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AF20B-E5A9-45D0-BF32-920BA1CD0D06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645A7-5781-4FD3-9073-927C1F58F1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30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9AC1B0-FC23-0087-A3E7-992E798B2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0DBB27-0081-18BE-E64C-B287EAEFD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DBE6EF-FAD6-76BD-A747-E49D83391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071CFA-4C04-A574-E650-1095F778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5CA946-D179-54BF-319E-7A5AE16F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27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C15AD-4F61-89CC-9439-337AAEC5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1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320631-DA33-DB09-2BCB-5D842CEC7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992D2E-0991-8334-E183-DC409E36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3FD74-7283-228F-FA88-3F61F3939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2ADC91A-2541-4097-91A6-96691E19F33F}"/>
              </a:ext>
            </a:extLst>
          </p:cNvPr>
          <p:cNvSpPr txBox="1"/>
          <p:nvPr userDrawn="1"/>
        </p:nvSpPr>
        <p:spPr>
          <a:xfrm>
            <a:off x="11284227" y="-420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chemeClr val="bg1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社外秘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660E4BB-6E14-7A3D-1AAB-65661FE17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98"/>
                    </a14:imgEffect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0500" y="6492875"/>
            <a:ext cx="3267274" cy="313806"/>
          </a:xfrm>
          <a:prstGeom prst="rect">
            <a:avLst/>
          </a:prstGeom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BF1F722-17B5-548C-FB4B-BD9EF59F2F6E}"/>
              </a:ext>
            </a:extLst>
          </p:cNvPr>
          <p:cNvCxnSpPr/>
          <p:nvPr userDrawn="1"/>
        </p:nvCxnSpPr>
        <p:spPr>
          <a:xfrm>
            <a:off x="838200" y="1006211"/>
            <a:ext cx="9412356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20000">
                  <a:schemeClr val="accent1">
                    <a:lumMod val="45000"/>
                    <a:lumOff val="55000"/>
                  </a:schemeClr>
                </a:gs>
                <a:gs pos="43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スライド番号プレースホルダー 5">
            <a:extLst>
              <a:ext uri="{FF2B5EF4-FFF2-40B4-BE49-F238E27FC236}">
                <a16:creationId xmlns:a16="http://schemas.microsoft.com/office/drawing/2014/main" id="{713FD516-CAC9-23EC-5115-4BB6961F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7390"/>
            <a:ext cx="27432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7A78EBEA-D523-4723-B26C-6CADED0E7B58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6" name="図 5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1F885B73-C4B0-2CBE-BE2A-559F20F0F7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56" t="20980" r="29653" b="50000"/>
          <a:stretch>
            <a:fillRect/>
          </a:stretch>
        </p:blipFill>
        <p:spPr>
          <a:xfrm>
            <a:off x="-1477" y="6403994"/>
            <a:ext cx="951978" cy="46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25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876D04-4521-AD11-6EAC-935F271DE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1CAFAB-40A3-C299-0798-5A3E6DD5E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744D6A-E17B-B4DF-D6C2-6E7612AE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3D51A7-44CC-206E-1640-FCC7639EA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C77709-7A70-D9DC-AB0B-CF8568D8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34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0FC39-A492-4C93-A9D0-4AD24081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4C05CC-3A09-2290-F17D-DEE5A108D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52999C-0808-DC30-F2EB-A08CDE279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2B9482-BFB5-E851-123A-396544A9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770428-EBF1-FEEB-C557-9CFFF5E2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B9B94B-956A-D5B9-2949-46CDCD61C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42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5C2331-66C8-D644-2883-FFDA0168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60F8F8-5039-E974-FC27-62300D00B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091B5F-0CEF-8747-4732-DEBE6B6F0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9A26E2-968B-1FF3-E4C1-4BE97ACEC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7E892BD-E75F-3B5A-C2D6-5BA07D7CC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4ADB53-9A17-79D7-7236-929E4CC9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0F578BA-E8A5-778A-12D9-5D135A27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58BCB2-87E6-681F-D668-84DF0DC2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277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FA8DE4-2E24-8443-E57C-6B53E41C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D336343-F40B-3E89-5614-DFB281E4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75F56B8-88DE-BEBD-0FD3-0DF155BF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1DF8AD-427F-5EAC-3900-370E0DDB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7046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3434D3E-AE5B-1C0E-1321-56CFAA35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ABBAD5-44CD-FC67-7609-198FFB71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291887-D5B3-9E63-E7BD-CCD89734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45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1FB0C-0AC7-0F60-6A74-31042E43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6194DC-BD7A-1788-7248-F1EB7E8F2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BE019F-F66A-9196-2B45-4C6974215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21DB6C-A90A-0C81-FBE9-A50DDCD49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B26A13-C42F-38E3-82AB-166E9BF3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BF5F56-B497-7EFF-A925-3C52ABAA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1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7E723-DE9A-D085-BADE-D75862F2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D62F32A-A5CA-5C4E-100E-2BC15D903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15C5DA-F58D-002E-8E30-A6068223A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E2C4A1-73CD-03D3-CB1D-8FF48BAD1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423424-BBE3-C30B-C280-3C640FDC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61271A-3F3B-02D9-7748-A4FDE31C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369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55928F-AF14-AA99-2B93-E77B4990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FB696D-3627-22D0-7520-4455B6114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6E7F3F-2B70-2AF7-1404-D58EC946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0B1916-2992-3D20-DF88-0E0AB88A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A9E0A2-420B-69E0-24A7-AF2138F6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63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D589E2-26B1-320A-2D77-54E9C9402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905B47-5C24-57D9-C28C-1136DEF84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80E229-826B-96C9-C21D-AB9DCB80F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A63B7F-FB0C-FB9C-2EE7-819EF052D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DB27A7-8DEC-ABB7-2F99-ECFA9D88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53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61F5F1E-5B51-C7EF-E89E-CF50D89A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947E35-3AA2-D989-E82F-C766174EF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C899C8-1EDA-678C-7FD1-E12B19010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C8B27-918A-43C2-8A82-56C341FE30B8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A5D80C-0EFA-9837-3EDE-56C6DB0A8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C463BF-B4AC-29E9-A23F-433B27551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78EBEA-D523-4723-B26C-6CADED0E7B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468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明朝 Medium" panose="02020500000000000000" pitchFamily="18" charset="-128"/>
          <a:ea typeface="BIZ UDP明朝 Medium" panose="02020500000000000000" pitchFamily="18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明朝 Medium" panose="02020500000000000000" pitchFamily="18" charset="-128"/>
          <a:ea typeface="BIZ UDP明朝 Medium" panose="02020500000000000000" pitchFamily="18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明朝 Medium" panose="02020500000000000000" pitchFamily="18" charset="-128"/>
          <a:ea typeface="BIZ UDP明朝 Medium" panose="02020500000000000000" pitchFamily="18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明朝 Medium" panose="02020500000000000000" pitchFamily="18" charset="-128"/>
          <a:ea typeface="BIZ UDP明朝 Medium" panose="02020500000000000000" pitchFamily="18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明朝 Medium" panose="02020500000000000000" pitchFamily="18" charset="-128"/>
          <a:ea typeface="BIZ UDP明朝 Medium" panose="02020500000000000000" pitchFamily="18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明朝 Medium" panose="02020500000000000000" pitchFamily="18" charset="-128"/>
          <a:ea typeface="BIZ UDP明朝 Medium" panose="02020500000000000000" pitchFamily="18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68AAE-C72E-5A61-4337-A593BE10C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9600" b="1">
                <a:solidFill>
                  <a:srgbClr val="0000FF"/>
                </a:solidFill>
              </a:rPr>
              <a:t>新ビジョン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0C85B8-4A41-8E32-E5B3-66590C51CF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3390"/>
            <a:ext cx="9144000" cy="1655762"/>
          </a:xfrm>
        </p:spPr>
        <p:txBody>
          <a:bodyPr>
            <a:normAutofit/>
          </a:bodyPr>
          <a:lstStyle/>
          <a:p>
            <a:r>
              <a:rPr kumimoji="1" lang="ja-JP" altLang="en-US" sz="6000">
                <a:solidFill>
                  <a:srgbClr val="0000FF"/>
                </a:solidFill>
              </a:rPr>
              <a:t>Ｖ４５（仮）</a:t>
            </a:r>
          </a:p>
        </p:txBody>
      </p:sp>
      <p:pic>
        <p:nvPicPr>
          <p:cNvPr id="9" name="図 8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61325450-6A18-3260-0EA7-2837896DC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56" t="20980" r="29653" b="50000"/>
          <a:stretch>
            <a:fillRect/>
          </a:stretch>
        </p:blipFill>
        <p:spPr>
          <a:xfrm>
            <a:off x="94130" y="46025"/>
            <a:ext cx="1842247" cy="90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52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26F6C-4856-3C57-E94C-E395535B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もし、Ｖ４０がなかったら・・・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1956B5-5643-8DA6-2130-5B6BE7A3A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457"/>
            <a:ext cx="6972300" cy="4849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第３５期までの延長上にあったものは・・・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kumimoji="1" lang="en-US" altLang="ja-JP" sz="10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事業ポートフォリオは？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平均年収は？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社員数は？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売上は？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制度は？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組織は？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技術は</a:t>
            </a:r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？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顧客は？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0E21D6-DD99-D965-FBED-9B0BD4F3849C}"/>
              </a:ext>
            </a:extLst>
          </p:cNvPr>
          <p:cNvSpPr txBox="1"/>
          <p:nvPr/>
        </p:nvSpPr>
        <p:spPr>
          <a:xfrm>
            <a:off x="4074995" y="3873221"/>
            <a:ext cx="71314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>
                <a:solidFill>
                  <a:schemeClr val="bg1"/>
                </a:solidFill>
              </a:rPr>
              <a:t>目標：毎年３％成長</a:t>
            </a:r>
            <a:endParaRPr kumimoji="1" lang="en-US" altLang="ja-JP" sz="4000" b="1">
              <a:solidFill>
                <a:schemeClr val="bg1"/>
              </a:solidFill>
            </a:endParaRPr>
          </a:p>
          <a:p>
            <a:r>
              <a:rPr lang="ja-JP" altLang="en-US" sz="4000" b="1">
                <a:solidFill>
                  <a:schemeClr val="bg1"/>
                </a:solidFill>
              </a:rPr>
              <a:t>そして、１０年後も同じ課題・・・</a:t>
            </a:r>
            <a:endParaRPr kumimoji="1" lang="ja-JP" altLang="en-US" sz="4000" b="1">
              <a:solidFill>
                <a:schemeClr val="bg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7393F9-4101-6CC7-3A6D-D179AA39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64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D8F80A-B4E9-19FA-7D9B-A0EBDACC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Ｖ４０生まれ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6B6AE7-1057-F220-5374-46789647D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94" y="1132170"/>
            <a:ext cx="5257800" cy="5184775"/>
          </a:xfrm>
        </p:spPr>
        <p:txBody>
          <a:bodyPr>
            <a:normAutofit/>
          </a:bodyPr>
          <a:lstStyle/>
          <a:p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平均年収アップ思想</a:t>
            </a:r>
            <a:br>
              <a:rPr kumimoji="1" lang="en-US" altLang="ja-JP" sz="2400">
                <a:solidFill>
                  <a:schemeClr val="bg1">
                    <a:lumMod val="75000"/>
                    <a:lumOff val="25000"/>
                  </a:schemeClr>
                </a:solidFill>
              </a:rPr>
            </a:br>
            <a:r>
              <a:rPr kumimoji="1"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（Ｖ４０賞与）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エンジニアキングダム</a:t>
            </a:r>
            <a:br>
              <a:rPr lang="en-US" altLang="ja-JP" sz="2400">
                <a:solidFill>
                  <a:schemeClr val="bg1">
                    <a:lumMod val="75000"/>
                    <a:lumOff val="25000"/>
                  </a:schemeClr>
                </a:solidFill>
              </a:rPr>
            </a:br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（思想、オフィス、社風）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物心両面での成長</a:t>
            </a:r>
            <a:br>
              <a:rPr lang="en-US" altLang="ja-JP" sz="2400">
                <a:solidFill>
                  <a:schemeClr val="bg1">
                    <a:lumMod val="75000"/>
                    <a:lumOff val="25000"/>
                  </a:schemeClr>
                </a:solidFill>
              </a:rPr>
            </a:br>
            <a:r>
              <a:rPr kumimoji="1"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（社員の成長と優秀な中途採用）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事業拡張</a:t>
            </a:r>
            <a:br>
              <a:rPr kumimoji="1" lang="en-US" altLang="ja-JP" sz="2400">
                <a:solidFill>
                  <a:schemeClr val="bg1">
                    <a:lumMod val="75000"/>
                    <a:lumOff val="25000"/>
                  </a:schemeClr>
                </a:solidFill>
              </a:rPr>
            </a:br>
            <a:r>
              <a:rPr kumimoji="1"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（コンサルティング、受託開発）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事業会社直受（約７０％）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旧粗利率（２２％→３０％）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キャリアビジョン</a:t>
            </a:r>
            <a:br>
              <a:rPr kumimoji="1" lang="en-US" altLang="ja-JP" sz="2400">
                <a:solidFill>
                  <a:schemeClr val="bg1">
                    <a:lumMod val="75000"/>
                    <a:lumOff val="25000"/>
                  </a:schemeClr>
                </a:solidFill>
              </a:rPr>
            </a:br>
            <a:r>
              <a:rPr kumimoji="1"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（エンジニア→コンサルタントやスペシャリストなど）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真のキャリア志向</a:t>
            </a:r>
            <a:br>
              <a:rPr lang="en-US" altLang="ja-JP" sz="2400">
                <a:solidFill>
                  <a:schemeClr val="bg1">
                    <a:lumMod val="75000"/>
                    <a:lumOff val="25000"/>
                  </a:schemeClr>
                </a:solidFill>
              </a:rPr>
            </a:br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（スペシャリスト制度）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DF50DD-097D-9DC3-555C-5A379C7AE2B8}"/>
              </a:ext>
            </a:extLst>
          </p:cNvPr>
          <p:cNvSpPr txBox="1"/>
          <p:nvPr/>
        </p:nvSpPr>
        <p:spPr>
          <a:xfrm>
            <a:off x="5779994" y="4747285"/>
            <a:ext cx="6229127" cy="1569660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ビジョン達成に向けた必死の努力</a:t>
            </a:r>
            <a:endParaRPr kumimoji="1" lang="en-US" altLang="ja-JP" sz="3200" b="1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algn="ctr"/>
            <a:r>
              <a:rPr kumimoji="1" lang="ja-JP" altLang="en-US" sz="3200" b="1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⇩</a:t>
            </a:r>
            <a:endParaRPr kumimoji="1" lang="en-US" altLang="ja-JP" sz="3200" b="1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algn="ctr"/>
            <a:r>
              <a:rPr kumimoji="1" lang="ja-JP" altLang="en-US" sz="3200" b="1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企業にとってのビジョンの重要性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58EACA0-85C4-F3A0-7A24-A508A7A1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0922E9B-98D7-F02F-6490-ACB63C9117E2}"/>
              </a:ext>
            </a:extLst>
          </p:cNvPr>
          <p:cNvSpPr txBox="1">
            <a:spLocks/>
          </p:cNvSpPr>
          <p:nvPr/>
        </p:nvSpPr>
        <p:spPr>
          <a:xfrm>
            <a:off x="6096000" y="1132169"/>
            <a:ext cx="5744135" cy="2639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真の組織（部門経営）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新規ビジネス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ＣＶＣ活動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新たな働き方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信用力（調査会社の評点）</a:t>
            </a:r>
          </a:p>
        </p:txBody>
      </p:sp>
    </p:spTree>
    <p:extLst>
      <p:ext uri="{BB962C8B-B14F-4D97-AF65-F5344CB8AC3E}">
        <p14:creationId xmlns:p14="http://schemas.microsoft.com/office/powerpoint/2010/main" val="1920939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F922D7-ECC7-B039-EB2C-C8B0AEC8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Ｖ４０とは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7CBD2B1-815A-EEA7-1AB3-FD582763A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240" y="429447"/>
            <a:ext cx="4821613" cy="2555043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F19F48-321B-B7B5-4216-C4BC26763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65171"/>
            <a:ext cx="11125200" cy="4951412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u="sng">
                <a:solidFill>
                  <a:schemeClr val="bg1">
                    <a:lumMod val="75000"/>
                    <a:lumOff val="25000"/>
                  </a:schemeClr>
                </a:solidFill>
              </a:rPr>
              <a:t>企業の寿命は３０年</a:t>
            </a:r>
            <a:endParaRPr kumimoji="1" lang="en-US" altLang="ja-JP" u="sng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ライフサイクルに従って衰退期に入っていた当社が、</a:t>
            </a: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生まれ変わるための５年間＝</a:t>
            </a:r>
            <a:r>
              <a:rPr lang="ja-JP" altLang="en-US" b="1">
                <a:solidFill>
                  <a:schemeClr val="bg1">
                    <a:lumMod val="75000"/>
                    <a:lumOff val="25000"/>
                  </a:schemeClr>
                </a:solidFill>
              </a:rPr>
              <a:t>第二創業期</a:t>
            </a:r>
            <a:endParaRPr lang="en-US" altLang="ja-JP" b="1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u="sng">
                <a:solidFill>
                  <a:schemeClr val="bg1">
                    <a:lumMod val="75000"/>
                    <a:lumOff val="25000"/>
                  </a:schemeClr>
                </a:solidFill>
              </a:rPr>
              <a:t>業界構造への挑戦</a:t>
            </a:r>
            <a:endParaRPr kumimoji="1" lang="en-US" altLang="ja-JP" u="sng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単価アップもコンサル化も受託開発も新ビジネスも全ては</a:t>
            </a:r>
            <a:r>
              <a:rPr lang="ja-JP" altLang="en-US" b="1">
                <a:solidFill>
                  <a:schemeClr val="bg1">
                    <a:lumMod val="75000"/>
                    <a:lumOff val="25000"/>
                  </a:schemeClr>
                </a:solidFill>
              </a:rPr>
              <a:t>案件マッチングからの脱却</a:t>
            </a:r>
            <a:endParaRPr lang="en-US" altLang="ja-JP" b="1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ja-JP" b="1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kumimoji="1" lang="ja-JP" altLang="en-US" u="sng">
                <a:solidFill>
                  <a:schemeClr val="bg1">
                    <a:lumMod val="75000"/>
                    <a:lumOff val="25000"/>
                  </a:schemeClr>
                </a:solidFill>
              </a:rPr>
              <a:t>内向的（利己的）革命</a:t>
            </a:r>
            <a:endParaRPr kumimoji="1" lang="en-US" altLang="ja-JP" u="sng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社員の平均年収アップ←利益率アップ←</a:t>
            </a:r>
            <a:r>
              <a:rPr lang="ja-JP" altLang="en-US" b="1">
                <a:solidFill>
                  <a:schemeClr val="bg1">
                    <a:lumMod val="75000"/>
                    <a:lumOff val="25000"/>
                  </a:schemeClr>
                </a:solidFill>
              </a:rPr>
              <a:t>事業構造改革</a:t>
            </a:r>
            <a:endParaRPr lang="en-US" altLang="ja-JP" b="1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u="sng">
                <a:solidFill>
                  <a:schemeClr val="bg1">
                    <a:lumMod val="75000"/>
                    <a:lumOff val="25000"/>
                  </a:schemeClr>
                </a:solidFill>
              </a:rPr>
              <a:t>生き残るために必須</a:t>
            </a:r>
            <a:endParaRPr kumimoji="1" lang="en-US" altLang="ja-JP" u="sng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社会に必要とされ生き残るために必要な</a:t>
            </a:r>
            <a:r>
              <a:rPr lang="ja-JP" altLang="en-US" b="1">
                <a:solidFill>
                  <a:schemeClr val="bg1">
                    <a:lumMod val="75000"/>
                    <a:lumOff val="25000"/>
                  </a:schemeClr>
                </a:solidFill>
              </a:rPr>
              <a:t>最低到達ライン</a:t>
            </a:r>
            <a:endParaRPr kumimoji="1" lang="ja-JP" altLang="en-US" b="1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93EA36-9F70-1266-01DC-0A851285E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495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A80925-F0AC-EFA1-DCE2-EF18AA2569EA}"/>
              </a:ext>
            </a:extLst>
          </p:cNvPr>
          <p:cNvSpPr/>
          <p:nvPr/>
        </p:nvSpPr>
        <p:spPr>
          <a:xfrm>
            <a:off x="457200" y="1503680"/>
            <a:ext cx="10892718" cy="85285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5BF3F1C-0A0D-04AB-1D8B-5CB6E72F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2AA20C-9F51-63AF-45C3-B686E158D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28" y="1621082"/>
            <a:ext cx="109750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 b="1">
                <a:solidFill>
                  <a:schemeClr val="tx1"/>
                </a:solidFill>
              </a:rPr>
              <a:t>社員全員の努力により明確な生まれ変わりを達成！！</a:t>
            </a:r>
            <a:endParaRPr kumimoji="1" lang="en-US" altLang="ja-JP" sz="3600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明確な他社優位性をもち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2400">
                <a:solidFill>
                  <a:schemeClr val="bg1">
                    <a:lumMod val="75000"/>
                    <a:lumOff val="25000"/>
                  </a:schemeClr>
                </a:solidFill>
              </a:rPr>
              <a:t>	</a:t>
            </a:r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意図をもって業界内でポジションを築き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kumimoji="1" lang="en-US" altLang="ja-JP" sz="2400">
                <a:solidFill>
                  <a:schemeClr val="bg1">
                    <a:lumMod val="75000"/>
                    <a:lumOff val="25000"/>
                  </a:schemeClr>
                </a:solidFill>
              </a:rPr>
              <a:t>		</a:t>
            </a:r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社内完結でキャリアビジョンを描ける</a:t>
            </a:r>
            <a:endParaRPr kumimoji="1"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2400">
                <a:solidFill>
                  <a:schemeClr val="bg1">
                    <a:lumMod val="75000"/>
                    <a:lumOff val="25000"/>
                  </a:schemeClr>
                </a:solidFill>
              </a:rPr>
              <a:t>			</a:t>
            </a:r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急成長企業へと変貌</a:t>
            </a:r>
            <a:endParaRPr lang="en-US" altLang="ja-JP" sz="24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b="1" u="sng"/>
              <a:t>本来の目的地を目指せる会社になった</a:t>
            </a:r>
            <a:endParaRPr kumimoji="1" lang="ja-JP" altLang="en-US" b="1" u="sng"/>
          </a:p>
        </p:txBody>
      </p:sp>
      <p:sp>
        <p:nvSpPr>
          <p:cNvPr id="6" name="矢印: 環状 5">
            <a:extLst>
              <a:ext uri="{FF2B5EF4-FFF2-40B4-BE49-F238E27FC236}">
                <a16:creationId xmlns:a16="http://schemas.microsoft.com/office/drawing/2014/main" id="{0D3FFF1B-1F69-12B8-0AFA-A33B2039DC38}"/>
              </a:ext>
            </a:extLst>
          </p:cNvPr>
          <p:cNvSpPr/>
          <p:nvPr/>
        </p:nvSpPr>
        <p:spPr>
          <a:xfrm rot="10234075">
            <a:off x="8534898" y="2811379"/>
            <a:ext cx="2818090" cy="3015073"/>
          </a:xfrm>
          <a:prstGeom prst="circularArrow">
            <a:avLst>
              <a:gd name="adj1" fmla="val 15967"/>
              <a:gd name="adj2" fmla="val 1089305"/>
              <a:gd name="adj3" fmla="val 19668440"/>
              <a:gd name="adj4" fmla="val 13356170"/>
              <a:gd name="adj5" fmla="val 1119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7" name="矢印: 環状 6">
            <a:extLst>
              <a:ext uri="{FF2B5EF4-FFF2-40B4-BE49-F238E27FC236}">
                <a16:creationId xmlns:a16="http://schemas.microsoft.com/office/drawing/2014/main" id="{443BBA86-E136-4B14-0D81-BF9E71FB8AC7}"/>
              </a:ext>
            </a:extLst>
          </p:cNvPr>
          <p:cNvSpPr/>
          <p:nvPr/>
        </p:nvSpPr>
        <p:spPr>
          <a:xfrm rot="2787038">
            <a:off x="8408188" y="3118901"/>
            <a:ext cx="2818090" cy="3015073"/>
          </a:xfrm>
          <a:prstGeom prst="circularArrow">
            <a:avLst>
              <a:gd name="adj1" fmla="val 15967"/>
              <a:gd name="adj2" fmla="val 940128"/>
              <a:gd name="adj3" fmla="val 19668440"/>
              <a:gd name="adj4" fmla="val 13901735"/>
              <a:gd name="adj5" fmla="val 1119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矢印: 環状 7">
            <a:extLst>
              <a:ext uri="{FF2B5EF4-FFF2-40B4-BE49-F238E27FC236}">
                <a16:creationId xmlns:a16="http://schemas.microsoft.com/office/drawing/2014/main" id="{0E249559-3147-D4FB-D209-4C51FB2CD26A}"/>
              </a:ext>
            </a:extLst>
          </p:cNvPr>
          <p:cNvSpPr/>
          <p:nvPr/>
        </p:nvSpPr>
        <p:spPr>
          <a:xfrm rot="17614298">
            <a:off x="8685585" y="3071962"/>
            <a:ext cx="2859011" cy="3053097"/>
          </a:xfrm>
          <a:prstGeom prst="circularArrow">
            <a:avLst>
              <a:gd name="adj1" fmla="val 15967"/>
              <a:gd name="adj2" fmla="val 940128"/>
              <a:gd name="adj3" fmla="val 19668440"/>
              <a:gd name="adj4" fmla="val 13348228"/>
              <a:gd name="adj5" fmla="val 1119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9" name="矢印: 環状 8">
            <a:extLst>
              <a:ext uri="{FF2B5EF4-FFF2-40B4-BE49-F238E27FC236}">
                <a16:creationId xmlns:a16="http://schemas.microsoft.com/office/drawing/2014/main" id="{5673A154-568A-C471-53DC-14FF2EE168B4}"/>
              </a:ext>
            </a:extLst>
          </p:cNvPr>
          <p:cNvSpPr/>
          <p:nvPr/>
        </p:nvSpPr>
        <p:spPr>
          <a:xfrm rot="10234075">
            <a:off x="8519675" y="2808553"/>
            <a:ext cx="2818090" cy="3015073"/>
          </a:xfrm>
          <a:prstGeom prst="circularArrow">
            <a:avLst>
              <a:gd name="adj1" fmla="val 15967"/>
              <a:gd name="adj2" fmla="val 1089305"/>
              <a:gd name="adj3" fmla="val 19668440"/>
              <a:gd name="adj4" fmla="val 19051350"/>
              <a:gd name="adj5" fmla="val 1119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0B14B8-81C7-2466-9349-7C7B18176598}"/>
              </a:ext>
            </a:extLst>
          </p:cNvPr>
          <p:cNvSpPr/>
          <p:nvPr/>
        </p:nvSpPr>
        <p:spPr>
          <a:xfrm rot="18633242">
            <a:off x="9060100" y="3363506"/>
            <a:ext cx="2492990" cy="282966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823557"/>
              </a:avLst>
            </a:prstTxWarp>
            <a:spAutoFit/>
          </a:bodyPr>
          <a:lstStyle/>
          <a:p>
            <a:pPr algn="ctr"/>
            <a:r>
              <a:rPr lang="ja-JP" altLang="en-US" sz="1600" b="1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待遇横這い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7194148-35AF-470D-8515-4210115DED7B}"/>
              </a:ext>
            </a:extLst>
          </p:cNvPr>
          <p:cNvSpPr/>
          <p:nvPr/>
        </p:nvSpPr>
        <p:spPr>
          <a:xfrm rot="3864829">
            <a:off x="8289013" y="3291920"/>
            <a:ext cx="2492990" cy="282966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823557"/>
              </a:avLst>
            </a:prstTxWarp>
            <a:spAutoFit/>
          </a:bodyPr>
          <a:lstStyle/>
          <a:p>
            <a:pPr algn="ctr"/>
            <a:r>
              <a:rPr lang="ja-JP" altLang="en-US" sz="1600" b="1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人財不足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B5B7DE2-F69E-7394-8A49-5D51C931929F}"/>
              </a:ext>
            </a:extLst>
          </p:cNvPr>
          <p:cNvSpPr/>
          <p:nvPr/>
        </p:nvSpPr>
        <p:spPr>
          <a:xfrm rot="11132660">
            <a:off x="8742223" y="2630617"/>
            <a:ext cx="2492990" cy="2829661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823557"/>
              </a:avLst>
            </a:prstTxWarp>
            <a:spAutoFit/>
          </a:bodyPr>
          <a:lstStyle/>
          <a:p>
            <a:pPr algn="ctr"/>
            <a:r>
              <a:rPr lang="ja-JP" altLang="en-US" sz="16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受注低下</a:t>
            </a:r>
            <a:endParaRPr lang="ja-JP" altLang="en-US" sz="1600" b="1" cap="none" spc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EC8E888-EC4C-90FD-76EC-201D4D82DB5D}"/>
              </a:ext>
            </a:extLst>
          </p:cNvPr>
          <p:cNvSpPr txBox="1"/>
          <p:nvPr/>
        </p:nvSpPr>
        <p:spPr>
          <a:xfrm>
            <a:off x="8920222" y="4332232"/>
            <a:ext cx="2050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>
                <a:solidFill>
                  <a:schemeClr val="bg1">
                    <a:lumMod val="75000"/>
                    <a:lumOff val="25000"/>
                  </a:scheme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衰退</a:t>
            </a:r>
            <a:r>
              <a:rPr kumimoji="1" lang="ja-JP" altLang="en-US" b="1">
                <a:solidFill>
                  <a:schemeClr val="bg1">
                    <a:lumMod val="75000"/>
                    <a:lumOff val="25000"/>
                  </a:scheme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の</a:t>
            </a:r>
            <a:r>
              <a:rPr lang="ja-JP" altLang="en-US" b="1">
                <a:solidFill>
                  <a:schemeClr val="bg1">
                    <a:lumMod val="75000"/>
                    <a:lumOff val="25000"/>
                  </a:scheme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悪循環</a:t>
            </a:r>
            <a:endParaRPr kumimoji="1" lang="ja-JP" altLang="en-US" b="1">
              <a:solidFill>
                <a:schemeClr val="bg1">
                  <a:lumMod val="75000"/>
                  <a:lumOff val="25000"/>
                </a:schemeClr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0C5C51-081F-B525-0614-A774A817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24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3FBE6-F44F-8069-FA63-D495F167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内向的→外交的、利己的→利他的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CFDF4B-B108-A424-08E5-B25FC9679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029" y="1327434"/>
            <a:ext cx="10301941" cy="4902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000" b="1">
                <a:solidFill>
                  <a:schemeClr val="bg1">
                    <a:lumMod val="75000"/>
                    <a:lumOff val="25000"/>
                  </a:schemeClr>
                </a:solidFill>
              </a:rPr>
              <a:t>企業の究極の目的：</a:t>
            </a:r>
            <a:r>
              <a:rPr kumimoji="1" lang="ja-JP" altLang="en-US" sz="3500" b="1">
                <a:solidFill>
                  <a:schemeClr val="bg1">
                    <a:lumMod val="75000"/>
                    <a:lumOff val="25000"/>
                  </a:schemeClr>
                </a:solidFill>
              </a:rPr>
              <a:t>「社会の役に立ち続けて永続する」</a:t>
            </a:r>
            <a:r>
              <a:rPr kumimoji="1" lang="ja-JP" altLang="en-US" sz="2000" b="1">
                <a:solidFill>
                  <a:schemeClr val="bg1">
                    <a:lumMod val="75000"/>
                    <a:lumOff val="25000"/>
                  </a:schemeClr>
                </a:solidFill>
              </a:rPr>
              <a:t>に立ち返る時</a:t>
            </a:r>
            <a:endParaRPr kumimoji="1" lang="en-US" altLang="ja-JP" sz="2000" b="1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ja-JP" sz="2600" u="sng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600" u="sng">
                <a:solidFill>
                  <a:schemeClr val="bg1">
                    <a:lumMod val="75000"/>
                    <a:lumOff val="25000"/>
                  </a:schemeClr>
                </a:solidFill>
              </a:rPr>
              <a:t>本当にやりたかったこと</a:t>
            </a:r>
            <a:endParaRPr lang="en-US" altLang="ja-JP" u="sng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1900">
                <a:solidFill>
                  <a:schemeClr val="bg1">
                    <a:lumMod val="75000"/>
                    <a:lumOff val="25000"/>
                  </a:schemeClr>
                </a:solidFill>
              </a:rPr>
              <a:t>より多くの社会課題を解決し、日本を人類を進歩へと導く存在へ</a:t>
            </a:r>
            <a:endParaRPr kumimoji="1" lang="en-US" altLang="ja-JP" sz="19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1900">
                <a:solidFill>
                  <a:schemeClr val="bg1">
                    <a:lumMod val="75000"/>
                    <a:lumOff val="25000"/>
                  </a:schemeClr>
                </a:solidFill>
              </a:rPr>
              <a:t>壮大な課題、目の前の困り事、分け隔てなくＤＸで解決</a:t>
            </a:r>
            <a:endParaRPr kumimoji="1" lang="en-US" altLang="ja-JP" sz="19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1900">
                <a:solidFill>
                  <a:schemeClr val="bg1">
                    <a:lumMod val="75000"/>
                    <a:lumOff val="25000"/>
                  </a:schemeClr>
                </a:solidFill>
              </a:rPr>
              <a:t>ＤＸで社会に貢献→成果→評価→対価→投資→成長</a:t>
            </a:r>
            <a:endParaRPr lang="en-US" altLang="ja-JP" sz="19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600" u="sng">
                <a:solidFill>
                  <a:schemeClr val="bg1">
                    <a:lumMod val="75000"/>
                    <a:lumOff val="25000"/>
                  </a:schemeClr>
                </a:solidFill>
              </a:rPr>
              <a:t>本当に欲しかったもの</a:t>
            </a:r>
            <a:endParaRPr kumimoji="1" lang="en-US" altLang="ja-JP" u="sng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1900">
                <a:solidFill>
                  <a:schemeClr val="bg1">
                    <a:lumMod val="75000"/>
                    <a:lumOff val="25000"/>
                  </a:schemeClr>
                </a:solidFill>
              </a:rPr>
              <a:t>より多くの課題を解決できる（顧客を救える）「影響力」</a:t>
            </a:r>
            <a:endParaRPr kumimoji="1" lang="en-US" altLang="ja-JP" sz="19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ja-JP" altLang="en-US" sz="1900">
                <a:solidFill>
                  <a:schemeClr val="bg1">
                    <a:lumMod val="75000"/>
                    <a:lumOff val="25000"/>
                  </a:schemeClr>
                </a:solidFill>
              </a:rPr>
              <a:t>社員の人生を物心両面から豊かにする「待遇と誇り」</a:t>
            </a:r>
            <a:endParaRPr lang="en-US" altLang="ja-JP" sz="19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kumimoji="1" lang="ja-JP" altLang="en-US" sz="1900">
                <a:solidFill>
                  <a:schemeClr val="bg1">
                    <a:lumMod val="75000"/>
                    <a:lumOff val="25000"/>
                  </a:schemeClr>
                </a:solidFill>
              </a:rPr>
              <a:t>挑戦への「資金と信用」</a:t>
            </a:r>
            <a:endParaRPr kumimoji="1" lang="en-US" altLang="ja-JP" sz="190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148F6A-B5FC-928F-E4E6-FD9EB705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6</a:t>
            </a:fld>
            <a:endParaRPr kumimoji="1" lang="ja-JP" altLang="en-US"/>
          </a:p>
        </p:txBody>
      </p:sp>
      <p:cxnSp>
        <p:nvCxnSpPr>
          <p:cNvPr id="6" name="コネクタ: カギ線 5">
            <a:extLst>
              <a:ext uri="{FF2B5EF4-FFF2-40B4-BE49-F238E27FC236}">
                <a16:creationId xmlns:a16="http://schemas.microsoft.com/office/drawing/2014/main" id="{4F6DB1D7-1697-E568-D1AB-B614DD28612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20521" y="3839128"/>
            <a:ext cx="3916082" cy="410136"/>
          </a:xfrm>
          <a:prstGeom prst="bentConnector3">
            <a:avLst>
              <a:gd name="adj1" fmla="val -6559"/>
            </a:avLst>
          </a:prstGeom>
          <a:ln w="12700"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FCEA228E-2FC3-59D4-D2F4-146F42FCBF69}"/>
              </a:ext>
            </a:extLst>
          </p:cNvPr>
          <p:cNvCxnSpPr/>
          <p:nvPr/>
        </p:nvCxnSpPr>
        <p:spPr>
          <a:xfrm flipV="1">
            <a:off x="2820521" y="3986217"/>
            <a:ext cx="0" cy="263047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38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B9253-076F-6648-0407-00F9F63A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真に社会に貢献する企業しか生き残れない</a:t>
            </a:r>
            <a:endParaRPr lang="en-US" altLang="ja-JP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224178-2E9F-638F-CF2A-682BF340A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441"/>
            <a:ext cx="11163300" cy="4761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◆中小企業の限界からの脱却</a:t>
            </a: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現サイズでは人材獲得、価格競争、資金調達の面で構造的に不利→スケール</a:t>
            </a: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kumimoji="1"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安定</a:t>
            </a:r>
            <a:r>
              <a:rPr kumimoji="1" lang="en-US" altLang="ja-JP" sz="1800">
                <a:solidFill>
                  <a:schemeClr val="bg1">
                    <a:lumMod val="75000"/>
                    <a:lumOff val="25000"/>
                  </a:schemeClr>
                </a:solidFill>
              </a:rPr>
              <a:t>×</a:t>
            </a:r>
            <a:r>
              <a:rPr kumimoji="1"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成長</a:t>
            </a:r>
            <a:r>
              <a:rPr kumimoji="1" lang="en-US" altLang="ja-JP" sz="1800">
                <a:solidFill>
                  <a:schemeClr val="bg1">
                    <a:lumMod val="75000"/>
                    <a:lumOff val="25000"/>
                  </a:schemeClr>
                </a:solidFill>
              </a:rPr>
              <a:t>×</a:t>
            </a:r>
            <a:r>
              <a:rPr kumimoji="1"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待遇を維持し続けるには→スケール</a:t>
            </a:r>
            <a:endParaRPr kumimoji="1"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◆労働集約モデルからの脱却</a:t>
            </a: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人出しからの脱却に成功→人</a:t>
            </a:r>
            <a:r>
              <a:rPr lang="en-US" altLang="ja-JP" sz="1800">
                <a:solidFill>
                  <a:schemeClr val="bg1">
                    <a:lumMod val="75000"/>
                    <a:lumOff val="25000"/>
                  </a:schemeClr>
                </a:solidFill>
              </a:rPr>
              <a:t>×</a:t>
            </a:r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時間のビジネスからの脱却→スケール</a:t>
            </a: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ＡＩ・ＳａａＳへの投資、レバレッジが効く構造への転換</a:t>
            </a: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◆課題の根幹に挑むための規模獲得</a:t>
            </a: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地方創生・中小企業支援・脱炭素など課題に本気で挑むには→スケール</a:t>
            </a: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kumimoji="1"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支援者としての責任＝自己成長→スケール</a:t>
            </a:r>
            <a:endParaRPr kumimoji="1" lang="ja-JP" altLang="en-US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9A9A0F-CC2E-F679-7F60-478C03367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66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71838-5193-7C92-BDC0-7A7CC9ED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/>
              <a:t>真に</a:t>
            </a:r>
            <a:r>
              <a:rPr kumimoji="1" lang="ja-JP" altLang="en-US" sz="3600"/>
              <a:t>社員</a:t>
            </a:r>
            <a:r>
              <a:rPr lang="ja-JP" altLang="en-US" sz="3600"/>
              <a:t>が</a:t>
            </a:r>
            <a:r>
              <a:rPr kumimoji="1" lang="ja-JP" altLang="en-US" sz="3600"/>
              <a:t>幸せを追及できる企業しか生き残れない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EE5037-A21A-02C3-29C0-F2D82A254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434"/>
            <a:ext cx="10515600" cy="512995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◆ 経済</a:t>
            </a: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kumimoji="1" lang="ja-JP" altLang="en-US" sz="1800">
                <a:solidFill>
                  <a:schemeClr val="bg1">
                    <a:lumMod val="75000"/>
                    <a:lumOff val="25000"/>
                  </a:schemeClr>
                </a:solidFill>
                <a:ea typeface="BIZ UDP明朝 Medium"/>
              </a:rPr>
              <a:t>継続した待遇向上、福利厚生の充実</a:t>
            </a: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  <a:ea typeface="BIZ UDP明朝 Medium"/>
            </a:endParaRPr>
          </a:p>
          <a:p>
            <a:pPr marL="457200" lvl="1" indent="0">
              <a:buNone/>
            </a:pP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◆ 成長</a:t>
            </a: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ポストとキャリア選択肢の増加</a:t>
            </a: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人財投資と挑戦できる環境の拡充</a:t>
            </a: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◆ 仲間</a:t>
            </a:r>
            <a:endParaRPr lang="en-US" altLang="ja-JP" sz="32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優秀な同僚や先輩後輩との出会い→技術水準の向上</a:t>
            </a: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◆ 文化</a:t>
            </a: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安心と挑戦の両立、属人からの脱却、新規事業や変革</a:t>
            </a: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endParaRPr lang="en-US" altLang="ja-JP" sz="180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400">
                <a:solidFill>
                  <a:schemeClr val="bg1">
                    <a:lumMod val="75000"/>
                    <a:lumOff val="25000"/>
                  </a:schemeClr>
                </a:solidFill>
              </a:rPr>
              <a:t>◆ 社会的評価</a:t>
            </a: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ja-JP" altLang="en-US" sz="1800">
                <a:solidFill>
                  <a:schemeClr val="bg1">
                    <a:lumMod val="75000"/>
                    <a:lumOff val="25000"/>
                  </a:schemeClr>
                </a:solidFill>
              </a:rPr>
              <a:t>知名度や信用→誇れる企業へ</a:t>
            </a:r>
            <a:endParaRPr kumimoji="1" lang="ja-JP" altLang="en-US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E54732-CD38-9ED3-9CB3-26B76B69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399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C817D-E566-EA37-A426-5B4536DA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目指すべき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4F1F10-19D4-49B6-B4B5-4DF3202AC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453" y="1825625"/>
            <a:ext cx="11618259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kumimoji="1" lang="ja-JP" altLang="en-US"/>
              <a:t>志を持っているのなら</a:t>
            </a:r>
            <a:endParaRPr kumimoji="1" lang="en-US" altLang="ja-JP"/>
          </a:p>
          <a:p>
            <a:pPr marL="0" indent="0">
              <a:buNone/>
            </a:pPr>
            <a:endParaRPr kumimoji="1" lang="en-US" altLang="ja-JP"/>
          </a:p>
          <a:p>
            <a:pPr marL="0" indent="0" algn="ctr">
              <a:buNone/>
            </a:pPr>
            <a:r>
              <a:rPr kumimoji="1" lang="ja-JP" altLang="en-US" sz="8000" b="1">
                <a:solidFill>
                  <a:srgbClr val="0000FF"/>
                </a:solidFill>
              </a:rPr>
              <a:t>売上１００億円を目指すべき</a:t>
            </a:r>
            <a:endParaRPr kumimoji="1" lang="en-US" altLang="ja-JP" sz="8000" b="1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altLang="ja-JP"/>
          </a:p>
          <a:p>
            <a:pPr marL="0" indent="0" algn="r">
              <a:buNone/>
            </a:pPr>
            <a:r>
              <a:rPr kumimoji="1" lang="ja-JP" altLang="en-US"/>
              <a:t>必用に応じた</a:t>
            </a:r>
            <a:r>
              <a:rPr lang="ja-JP" altLang="en-US"/>
              <a:t>市場からの資金調達</a:t>
            </a:r>
            <a:endParaRPr kumimoji="1" lang="en-US" altLang="ja-JP"/>
          </a:p>
          <a:p>
            <a:pPr marL="0" indent="0" algn="r">
              <a:buNone/>
            </a:pPr>
            <a:r>
              <a:rPr lang="ja-JP" altLang="en-US"/>
              <a:t>１０年後の売上１０００億円</a:t>
            </a:r>
            <a:endParaRPr lang="en-US" altLang="ja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8B481E-26B0-6B38-BE90-D7FC7B10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141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5A5179-D374-8FC4-D44E-0FF88D32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Ｖ４５（仮）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1CF485-2D8D-F9A3-6EE7-FDC4F33EF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kumimoji="1"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日本コムシンク株式会社が目指す次期経営ビジョン</a:t>
            </a: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期間：２０２５年１０月～２０３０年９月末</a:t>
            </a: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b="1">
                <a:solidFill>
                  <a:schemeClr val="bg1">
                    <a:lumMod val="75000"/>
                    <a:lumOff val="25000"/>
                  </a:schemeClr>
                </a:solidFill>
              </a:rPr>
              <a:t>Ｒｏａｄ ｔｏ １００億円</a:t>
            </a:r>
            <a:r>
              <a:rPr kumimoji="1"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　略して</a:t>
            </a: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kumimoji="1" lang="en-US" altLang="ja-JP" sz="14100">
                <a:solidFill>
                  <a:schemeClr val="bg1">
                    <a:lumMod val="75000"/>
                    <a:lumOff val="25000"/>
                  </a:schemeClr>
                </a:solidFill>
              </a:rPr>
              <a:t>『 </a:t>
            </a:r>
            <a:r>
              <a:rPr kumimoji="1" lang="ja-JP" altLang="en-US" sz="14100" b="1">
                <a:solidFill>
                  <a:srgbClr val="0000FF"/>
                </a:solidFill>
              </a:rPr>
              <a:t>Ｒ１００ </a:t>
            </a:r>
            <a:r>
              <a:rPr kumimoji="1" lang="en-US" altLang="ja-JP" sz="14100">
                <a:solidFill>
                  <a:schemeClr val="bg1">
                    <a:lumMod val="75000"/>
                    <a:lumOff val="25000"/>
                  </a:schemeClr>
                </a:solidFill>
              </a:rPr>
              <a:t>』</a:t>
            </a:r>
            <a:r>
              <a:rPr kumimoji="1"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を宣言します</a:t>
            </a:r>
            <a:endParaRPr kumimoji="1"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ja-JP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達成に向けた戦略は中期経営計画で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CD447C-7756-53FB-FBB9-CE4899DA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EBEA-D523-4723-B26C-6CADED0E7B5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719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23C0729-5EC0-A532-3F21-2972A68841FD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F205D89-1F51-D782-C232-460ED1B45D4A}"/>
              </a:ext>
            </a:extLst>
          </p:cNvPr>
          <p:cNvSpPr/>
          <p:nvPr/>
        </p:nvSpPr>
        <p:spPr>
          <a:xfrm>
            <a:off x="0" y="451632"/>
            <a:ext cx="12192000" cy="859007"/>
          </a:xfrm>
          <a:prstGeom prst="rect">
            <a:avLst/>
          </a:prstGeom>
          <a:solidFill>
            <a:srgbClr val="F2F6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9E3F0A4-1F8F-3DAA-B598-A4D2066EB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57" y="1310637"/>
            <a:ext cx="9824705" cy="5534755"/>
          </a:xfrm>
          <a:prstGeom prst="rect">
            <a:avLst/>
          </a:prstGeom>
        </p:spPr>
      </p:pic>
      <p:pic>
        <p:nvPicPr>
          <p:cNvPr id="2050" name="Picture 2" descr="経済産業省">
            <a:extLst>
              <a:ext uri="{FF2B5EF4-FFF2-40B4-BE49-F238E27FC236}">
                <a16:creationId xmlns:a16="http://schemas.microsoft.com/office/drawing/2014/main" id="{AA9560F0-B9A6-B15E-CB6E-2981A3646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3" y="43088"/>
            <a:ext cx="3656294" cy="96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280E087-5F6A-3D48-BD22-AB0A30358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155" y="542950"/>
            <a:ext cx="4229690" cy="676369"/>
          </a:xfrm>
          <a:prstGeom prst="rect">
            <a:avLst/>
          </a:prstGeom>
        </p:spPr>
      </p:pic>
      <p:pic>
        <p:nvPicPr>
          <p:cNvPr id="1026" name="Picture 2" descr="中小企業庁">
            <a:extLst>
              <a:ext uri="{FF2B5EF4-FFF2-40B4-BE49-F238E27FC236}">
                <a16:creationId xmlns:a16="http://schemas.microsoft.com/office/drawing/2014/main" id="{6AB1400C-EFB5-081B-6599-15DA7D8EF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5" y="410992"/>
            <a:ext cx="1609725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0943E63-40FF-0CE6-68AE-DD6EC85BA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445" y="5364480"/>
            <a:ext cx="1255555" cy="148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6B67AE-5D78-90BC-378A-2D45863AE082}"/>
              </a:ext>
            </a:extLst>
          </p:cNvPr>
          <p:cNvSpPr txBox="1"/>
          <p:nvPr/>
        </p:nvSpPr>
        <p:spPr>
          <a:xfrm>
            <a:off x="10521315" y="2448"/>
            <a:ext cx="167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chemeClr val="bg1"/>
                </a:solidFill>
              </a:rPr>
              <a:t>２０２５年５月８日</a:t>
            </a:r>
          </a:p>
        </p:txBody>
      </p:sp>
    </p:spTree>
    <p:extLst>
      <p:ext uri="{BB962C8B-B14F-4D97-AF65-F5344CB8AC3E}">
        <p14:creationId xmlns:p14="http://schemas.microsoft.com/office/powerpoint/2010/main" val="1873462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B228-0130-2FC1-B14D-2A3C0E15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A17D617-AE9B-5156-09D8-A58AC4937917}"/>
              </a:ext>
            </a:extLst>
          </p:cNvPr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B0EC328-5023-C382-5FE3-CFF0CE774EEC}"/>
              </a:ext>
            </a:extLst>
          </p:cNvPr>
          <p:cNvSpPr/>
          <p:nvPr/>
        </p:nvSpPr>
        <p:spPr>
          <a:xfrm>
            <a:off x="0" y="451632"/>
            <a:ext cx="12192000" cy="859007"/>
          </a:xfrm>
          <a:prstGeom prst="rect">
            <a:avLst/>
          </a:prstGeom>
          <a:solidFill>
            <a:srgbClr val="F2F6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0" name="Picture 2" descr="経済産業省">
            <a:extLst>
              <a:ext uri="{FF2B5EF4-FFF2-40B4-BE49-F238E27FC236}">
                <a16:creationId xmlns:a16="http://schemas.microsoft.com/office/drawing/2014/main" id="{15BAB137-1DC1-633A-B7C3-E8CE13E1F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3" y="43088"/>
            <a:ext cx="3656294" cy="96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47617C3-4486-D9B8-4C29-74E6A446A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55" y="542950"/>
            <a:ext cx="4229690" cy="676369"/>
          </a:xfrm>
          <a:prstGeom prst="rect">
            <a:avLst/>
          </a:prstGeom>
        </p:spPr>
      </p:pic>
      <p:pic>
        <p:nvPicPr>
          <p:cNvPr id="1026" name="Picture 2" descr="中小企業庁">
            <a:extLst>
              <a:ext uri="{FF2B5EF4-FFF2-40B4-BE49-F238E27FC236}">
                <a16:creationId xmlns:a16="http://schemas.microsoft.com/office/drawing/2014/main" id="{325510C8-2F93-1322-25DF-26D72D191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5" y="410992"/>
            <a:ext cx="1609725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FF99AC-5601-7395-2FB8-7FA6F32B5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445" y="5364480"/>
            <a:ext cx="1255555" cy="148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7AAAED2-1821-7F4F-7E24-62720E72454D}"/>
              </a:ext>
            </a:extLst>
          </p:cNvPr>
          <p:cNvSpPr txBox="1"/>
          <p:nvPr/>
        </p:nvSpPr>
        <p:spPr>
          <a:xfrm>
            <a:off x="10521315" y="2448"/>
            <a:ext cx="167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chemeClr val="bg1"/>
                </a:solidFill>
              </a:rPr>
              <a:t>２０２５年５月８日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B989CE-54EE-17D7-4B7E-FFA8F2646A75}"/>
              </a:ext>
            </a:extLst>
          </p:cNvPr>
          <p:cNvSpPr txBox="1"/>
          <p:nvPr/>
        </p:nvSpPr>
        <p:spPr>
          <a:xfrm>
            <a:off x="685800" y="1444155"/>
            <a:ext cx="10820400" cy="3351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我が国は、この</a:t>
            </a:r>
            <a:r>
              <a:rPr lang="en-US" altLang="ja-JP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30</a:t>
            </a:r>
            <a:r>
              <a:rPr lang="ja-JP" altLang="en-US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年余の間、バブル崩壊に伴う混乱やデフレ、世界的な金融危機、度重なる自然災害、コロナ禍といった幾多の難局に直面してきましたが、日本の強みである「ものづくり</a:t>
            </a:r>
            <a:r>
              <a:rPr lang="en-US" altLang="ja-JP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/</a:t>
            </a:r>
            <a:r>
              <a:rPr lang="ja-JP" altLang="en-US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職人技」、「おもてなし／顧客第一主義」、「勤勉さ」に加え、その時代に合った創意工夫をしながら、これらの局面を乗り越えてきました。その結果、名目</a:t>
            </a:r>
            <a:r>
              <a:rPr lang="en-US" altLang="ja-JP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GDP</a:t>
            </a:r>
            <a:r>
              <a:rPr lang="ja-JP" altLang="en-US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は</a:t>
            </a:r>
            <a:r>
              <a:rPr lang="en-US" altLang="ja-JP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600</a:t>
            </a:r>
            <a:r>
              <a:rPr lang="ja-JP" altLang="en-US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兆円、設備投資は</a:t>
            </a:r>
            <a:r>
              <a:rPr lang="en-US" altLang="ja-JP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100</a:t>
            </a:r>
            <a:r>
              <a:rPr lang="ja-JP" altLang="en-US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兆円をそれぞれ超え、賃金も、</a:t>
            </a:r>
            <a:r>
              <a:rPr lang="en-US" altLang="ja-JP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33</a:t>
            </a:r>
            <a:r>
              <a:rPr lang="ja-JP" altLang="en-US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年ぶりの高い賃上げ率を実現しました。「成長と分配の好循環」は、着実に動き始めています。現在、我が国経済は、長きにわたったコストカット型経済から脱却し、デフレに後戻りせず、「賃上げと投資が牽引する成長型経済」に移行できるかどうか、まさに正念場です。そして、その鍵は日本の雇用の７割、付加価値の５割以上を占める中小企業・小規模事業者の皆様の役割、何より皆様が日頃から取り組まれている挑戦と創意工夫にあり、政府としてもこれを全力で応援します。</a:t>
            </a:r>
            <a:endParaRPr kumimoji="1" lang="ja-JP" altLang="en-US">
              <a:solidFill>
                <a:schemeClr val="bg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CD63E213-EF00-0E32-4E4B-CDF916ED248A}"/>
              </a:ext>
            </a:extLst>
          </p:cNvPr>
          <p:cNvSpPr/>
          <p:nvPr/>
        </p:nvSpPr>
        <p:spPr>
          <a:xfrm>
            <a:off x="5191760" y="5120639"/>
            <a:ext cx="1808480" cy="425285"/>
          </a:xfrm>
          <a:prstGeom prst="down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42B0B1-070F-796E-9EE8-B533675FB1FF}"/>
              </a:ext>
            </a:extLst>
          </p:cNvPr>
          <p:cNvSpPr txBox="1"/>
          <p:nvPr/>
        </p:nvSpPr>
        <p:spPr>
          <a:xfrm>
            <a:off x="1323441" y="5730275"/>
            <a:ext cx="9545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>
                <a:solidFill>
                  <a:srgbClr val="0000FF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成長型を代表する企業としてこの政策を牽引したい</a:t>
            </a:r>
          </a:p>
        </p:txBody>
      </p:sp>
    </p:spTree>
    <p:extLst>
      <p:ext uri="{BB962C8B-B14F-4D97-AF65-F5344CB8AC3E}">
        <p14:creationId xmlns:p14="http://schemas.microsoft.com/office/powerpoint/2010/main" val="754619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3">
      <a:majorFont>
        <a:latin typeface="HGP教科書体"/>
        <a:ea typeface="HGP教科書体"/>
        <a:cs typeface=""/>
      </a:majorFont>
      <a:minorFont>
        <a:latin typeface="HGP教科書体"/>
        <a:ea typeface="HGP教科書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747dd14-dbf5-4d27-82ad-c091a89d5aab}" enabled="0" method="" siteId="{7747dd14-dbf5-4d27-82ad-c091a89d5aa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Office PowerPoint</Application>
  <PresentationFormat>ワイド画面</PresentationFormat>
  <Paragraphs>127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BIZ UDPゴシック</vt:lpstr>
      <vt:lpstr>BIZ UDP明朝 Medium</vt:lpstr>
      <vt:lpstr>HGP教科書体</vt:lpstr>
      <vt:lpstr>游ゴシック</vt:lpstr>
      <vt:lpstr>Arial</vt:lpstr>
      <vt:lpstr>Office テーマ</vt:lpstr>
      <vt:lpstr>新ビジョン</vt:lpstr>
      <vt:lpstr>もし、Ｖ４０がなかったら・・・</vt:lpstr>
      <vt:lpstr>Ｖ４０生まれ</vt:lpstr>
      <vt:lpstr>Ｖ４０とは</vt:lpstr>
      <vt:lpstr>結果</vt:lpstr>
      <vt:lpstr>内向的→外交的、利己的→利他的</vt:lpstr>
      <vt:lpstr>真に社会に貢献する企業しか生き残れない</vt:lpstr>
      <vt:lpstr>真に社員が幸せを追及できる企業しか生き残れない</vt:lpstr>
      <vt:lpstr>目指すべき</vt:lpstr>
      <vt:lpstr>Ｖ４５（仮）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山里 真元</dc:creator>
  <cp:lastModifiedBy>山里 真元</cp:lastModifiedBy>
  <cp:revision>1</cp:revision>
  <dcterms:created xsi:type="dcterms:W3CDTF">2025-06-04T12:38:44Z</dcterms:created>
  <dcterms:modified xsi:type="dcterms:W3CDTF">2025-06-12T04:10:50Z</dcterms:modified>
</cp:coreProperties>
</file>